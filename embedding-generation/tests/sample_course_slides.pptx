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5258"/>
  </p:normalViewPr>
  <p:slideViewPr>
    <p:cSldViewPr snapToGrid="0">
      <p:cViewPr varScale="1">
        <p:scale>
          <a:sx n="76" d="100"/>
          <a:sy n="76" d="100"/>
        </p:scale>
        <p:origin x="21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D7B41-E22F-5E43-B2FC-BCA52FC2F50C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0A9320-3116-E749-8510-9CEBEF117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67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Matrix multiplication kernels are discussed in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A9320-3116-E749-8510-9CEBEF117BE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070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0A9320-3116-E749-8510-9CEBEF117B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870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A986E-E82A-8986-35C0-068D0416D7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F4C5E-4199-474A-4F0C-473BAF622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203F1-B112-64EA-E6E7-231190A1A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CC26A-CFB7-66C2-5FD4-8D8742655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8B3A3-7B9D-A455-4879-64B5DC81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0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4A4A2-456B-FD5F-AB17-707F3905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9E627-F3FD-0055-8DE6-E69E458C7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B6045-85FF-2F24-C84B-E89CDF04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31E01-90F7-1DDC-044B-420BFD76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CEFA4-3C62-39A0-2985-F04A498D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5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039C2-B7A7-CB45-B49C-119ED80CE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E6377-84E3-1D80-69D9-DA750975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5A796-7A7E-F265-5042-E086F94FB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2447-FD0B-7E5E-5432-BA16F84B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C902F-4335-00E1-1603-E2C87C45E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79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72B8-7DC9-361E-9905-AE6F1DE9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51250-55E8-A799-E4B4-34EBC16DB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DC973-BACA-AE35-188F-BE4A3B2A7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461A5-334C-4B4D-925D-50A51025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996A9-EC58-F980-7218-99836792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F9C80-B730-A6B1-F6D1-196DC9B2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3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4BBC-A6B1-0823-7EA8-BC42AF78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93BCDE-05E2-5653-6B47-D331ACEB6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C8607E-9DEC-5E36-DE45-088BB3C24F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8A524-A249-C9D4-1F3A-CD9DDC65A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A3991-73E4-765F-25C1-232EB3A1B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BFC8D-2067-178D-5CEB-E1FD02A31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C684EB-6D4D-4D54-67FF-071D5EEE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9C1FB6-C38F-7082-656F-19A9205D8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6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ABCB-FDB8-6EEF-CCDB-72C3B8E3D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D6D8D-978B-FC27-B0A0-BFD7E78E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BD195-9720-8C23-CEAD-43F4B8B49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3D3A6B-44CA-3BDE-81B7-5AF951772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3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2D84D9-1D64-6220-9B48-5D4B64F1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4965CF-FE96-B645-890B-B94E84C5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47021-DDCC-50B2-1154-638D297AF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36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BBAD-E0EF-3DEB-3B97-D1BBAD5CB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7F639-FB68-E9A0-126B-193F8074CD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02938-6F7F-6218-09A9-77343F891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E1110-8FBE-106E-E883-E281C4C4A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31DD1-22EF-D85F-ECE2-4F564442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B780F-1D6C-BD7D-8E5E-9A8FA510B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3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71BA-2006-20C8-C29C-7096F489D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0F6E2D-C8D4-1EEA-EA4B-66861CED7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A5A27-C7B5-0D7E-C8CC-9CAD44B57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2A07E-3184-0278-5BCC-A68C07C10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95B89-A509-E122-2897-B70C6552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E9C12-A256-2D51-1B2B-20BF5DD4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53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7D2D-FB56-5B39-FBD7-B6CF50FAC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E4F96-4ED4-574C-7A52-D0E0ABB2FE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F80CE-127B-16B9-3E00-57E6C8AFE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876BB-B7D9-1C5C-E614-041D075F4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D7BBC-1AEF-C68F-7190-76ED18DCE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60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90159D-FEA5-633F-7A0E-555D94913D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69F45-2A0B-99C7-C51F-DA31DA421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CFC7-0A95-C698-0A51-AC3A1678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BF7CF-4D97-4D1D-DC19-B329AA8DB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2E112-F53A-0418-60EF-1CB5E86E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0D5A6-03C2-DC76-3FBD-C7002E583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5D347-2094-D4E9-E615-0DF2874C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D4DE-621F-A5D7-BB6B-BD162E836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99C86A-C967-564C-8138-9FA385CFF0D9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15FC-32D0-8C95-7AEE-D56C1E53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8C404-7640-F016-9889-04F7FF705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D7746-3D18-0948-A1EE-301A444E07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1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CA61C-47BD-B127-F1E7-92CC58908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Challenges facing Cloud and Edge AI inference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B39986-F8B2-5ECE-34F5-7C025B46DF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Recognizing Generative AI trends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5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7FBE-02D5-9E02-B4BA-7DC7EFB12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 for CPU inference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73AAF-4A44-3C87-6FAC-5BF705CA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KleidiAI</a:t>
            </a:r>
            <a:r>
              <a:rPr lang="en-US" dirty="0"/>
              <a:t> uses Arm CPU SIMD technologies.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993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</TotalTime>
  <Words>35</Words>
  <Application>Microsoft Macintosh PowerPoint</Application>
  <PresentationFormat>Widescreen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Challenges facing Cloud and Edge AI inference</vt:lpstr>
      <vt:lpstr>Optimization for CPU inference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Elizabeth Simon</dc:creator>
  <cp:lastModifiedBy>Neethu Elizabeth Simon</cp:lastModifiedBy>
  <cp:revision>1</cp:revision>
  <dcterms:created xsi:type="dcterms:W3CDTF">2026-07-09T16:40:01Z</dcterms:created>
  <dcterms:modified xsi:type="dcterms:W3CDTF">2026-07-10T20:48:40Z</dcterms:modified>
</cp:coreProperties>
</file>